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2ab72fa8c24381" /><Relationship Type="http://schemas.openxmlformats.org/officeDocument/2006/relationships/extended-properties" Target="/docProps/app.xml" Id="R52f982c95cfa444c" /><Relationship Type="http://schemas.openxmlformats.org/officeDocument/2006/relationships/officeDocument" Target="/ppt/presentation.xml" Id="Ra097d4c7e8dd42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0c981ab17c4e96"/>
  </p:sldMasterIdLst>
  <p:notesMasterIdLst>
    <p:notesMasterId xmlns:r="http://schemas.openxmlformats.org/officeDocument/2006/relationships" r:id="R4ce12efe0d064ee4"/>
  </p:notesMasterIdLst>
  <p:sldIdLst>
    <p:sldId xmlns:r="http://schemas.openxmlformats.org/officeDocument/2006/relationships" id="256" r:id="Rfaa23b9f167c4dce"/>
    <p:sldId xmlns:r="http://schemas.openxmlformats.org/officeDocument/2006/relationships" id="257" r:id="Rafb7968f71b04340"/>
    <p:sldId xmlns:r="http://schemas.openxmlformats.org/officeDocument/2006/relationships" id="258" r:id="R3fde5d8ea3774a39"/>
    <p:sldId xmlns:r="http://schemas.openxmlformats.org/officeDocument/2006/relationships" id="259" r:id="R818779a2b433435b"/>
    <p:sldId xmlns:r="http://schemas.openxmlformats.org/officeDocument/2006/relationships" id="260" r:id="R35d2bc0f009949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0c981ab17c4e96" /><Relationship Type="http://schemas.openxmlformats.org/officeDocument/2006/relationships/theme" Target="/ppt/theme/theme1.xml" Id="R341a9d9d7c5e459c" /><Relationship Type="http://schemas.openxmlformats.org/officeDocument/2006/relationships/notesMaster" Target="/ppt/notesMasters/notesMaster1.xml" Id="R4ce12efe0d064ee4" /><Relationship Type="http://schemas.openxmlformats.org/officeDocument/2006/relationships/presProps" Target="/ppt/presProps.xml" Id="R96f703d39b024c93" /><Relationship Type="http://schemas.openxmlformats.org/officeDocument/2006/relationships/viewProps" Target="/ppt/viewProps.xml" Id="R0a5b307011364da5" /><Relationship Type="http://schemas.openxmlformats.org/officeDocument/2006/relationships/tableStyles" Target="/ppt/tableStyles.xml" Id="R3e6d7c97ebf34fd1" /><Relationship Type="http://schemas.openxmlformats.org/officeDocument/2006/relationships/slide" Target="/ppt/slides/slide1.xml" Id="Rfaa23b9f167c4dce" /><Relationship Type="http://schemas.openxmlformats.org/officeDocument/2006/relationships/slide" Target="/ppt/slides/slide2.xml" Id="Rafb7968f71b04340" /><Relationship Type="http://schemas.openxmlformats.org/officeDocument/2006/relationships/slide" Target="/ppt/slides/slide3.xml" Id="R3fde5d8ea3774a39" /><Relationship Type="http://schemas.openxmlformats.org/officeDocument/2006/relationships/slide" Target="/ppt/slides/slide4.xml" Id="R818779a2b433435b" /><Relationship Type="http://schemas.openxmlformats.org/officeDocument/2006/relationships/slide" Target="/ppt/slides/slide5.xml" Id="R35d2bc0f009949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9dd25eb3a5b4f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d6608acdea4b43" /><Relationship Type="http://schemas.openxmlformats.org/officeDocument/2006/relationships/notesMaster" Target="/ppt/notesMasters/notesMaster1.xml" Id="R06c9a4261c9f45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5084082da74f3f" /><Relationship Type="http://schemas.openxmlformats.org/officeDocument/2006/relationships/notesMaster" Target="/ppt/notesMasters/notesMaster1.xml" Id="Rc79536613e8f4e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cc174810774527" /><Relationship Type="http://schemas.openxmlformats.org/officeDocument/2006/relationships/notesMaster" Target="/ppt/notesMasters/notesMaster1.xml" Id="Rc2b138ab84a740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360a2dc492429d" /><Relationship Type="http://schemas.openxmlformats.org/officeDocument/2006/relationships/notesMaster" Target="/ppt/notesMasters/notesMaster1.xml" Id="R99b97cb2fa0f42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770d3d53d942f3" /><Relationship Type="http://schemas.openxmlformats.org/officeDocument/2006/relationships/notesMaster" Target="/ppt/notesMasters/notesMaster1.xml" Id="R2596fa90db094a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problema de negocio: hoy los datos existen pero no llegan listos para decidir. NetFury cambia 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NetFury processed outputs: data/processed/benchmark_summary.json and data/processed/benchmark_industria.csv (snapshot 2026-04-18).</a:t>
            </a:r>
          </a:p>
          <a:p xmlns:a="http://schemas.openxmlformats.org/drawingml/2006/main">
            <a:r>
              <a:t>- NetFury project architecture: main.py, pipeline/, extractors/, schemas/, and settings.py.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Enfatizar dolor operacional: el problema no es falta de informacion, sino incapacidad para convertirla en decisiones comparables.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NetFury project architecture: main.py, pipeline/, extractors/, schemas/, and settings.py.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que la ventaja no es un parser aislado, sino una arquitectura que resiste formatos distintos y produce datos comparables.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NetFury project architecture: main.py, pipeline/, extractors/, schemas/, and settings.py.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esto ya no es promesa tecnica: hay datos reales, parquet generado y senales competitivas calculables hoy.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NetFury processed outputs: data/processed/benchmark_summary.json and data/processed/benchmark_industria.csv (snapshot 2026-04-18).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negocio: el sistema ya existe; ahora se convierte en evidencia continua para decidir precios, respuesta competitiva y posicionamiento.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NetFury processed outputs: data/processed/benchmark_summary.json and data/processed/benchmark_industria.csv (snapshot 2026-04-18).</a:t>
            </a:r>
          </a:p>
          <a:p xmlns:a="http://schemas.openxmlformats.org/drawingml/2006/main">
            <a:r>
              <a:t>- NetFury project architecture: main.py, pipeline/, extractors/, schemas/, and settings.py.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1598c39d5a424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198E7152-4578-4A5F-9562-18DE1F7728A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5C0C183D-50FF-4592-A02F-3C96F3FEF80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24D6BA3-2094-43E7-8F6E-BD7AA5B41CE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D36FBD0-35F4-4051-81D3-6454057C752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19718D-B74A-4C04-9DD7-B2C14912C63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4d5e942bb2e4a1a" /><Relationship Type="http://schemas.openxmlformats.org/officeDocument/2006/relationships/slideLayout" Target="/ppt/slideLayouts/slideLayout2.xml" Id="Rcc2d176d34ef4b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0EEAC7B-A7B8-4999-A4D3-87C7220EC7B2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2d176d34ef4b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e5dd19c8204380" /><Relationship Type="http://schemas.openxmlformats.org/officeDocument/2006/relationships/notesSlide" Target="/ppt/notesSlides/notesSlide1.xml" Id="Rba97ca75d5fe4e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74fd2cc69c45c6" /><Relationship Type="http://schemas.openxmlformats.org/officeDocument/2006/relationships/notesSlide" Target="/ppt/notesSlides/notesSlide2.xml" Id="Rb6cf88aacb9d42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6bebd53cd84335" /><Relationship Type="http://schemas.openxmlformats.org/officeDocument/2006/relationships/notesSlide" Target="/ppt/notesSlides/notesSlide3.xml" Id="R3b1330e4f4bd48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60e727c224462b" /><Relationship Type="http://schemas.openxmlformats.org/officeDocument/2006/relationships/notesSlide" Target="/ppt/notesSlides/notesSlide4.xml" Id="R88b4be38c0c24c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fd4ccf4a124919" /><Relationship Type="http://schemas.openxmlformats.org/officeDocument/2006/relationships/notesSlide" Target="/ppt/notesSlides/notesSlide5.xml" Id="Re65d0fd0f04b4e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19718D-B74A-4C04-9DD7-B2C14912C6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46DEB-138C-4758-8D1B-BB2F9BBA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8B002-6FA5-4F76-B811-BFBD29E4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6760B-7CD3-4825-88C9-F5ACBF42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9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14EE5-BA20-4158-AC28-DA459685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514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BC8E7-3F7D-4A9B-A7D0-437B39EB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3103F-4BB0-4499-A8A4-9CDCB70D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1432F-9760-4113-988E-6D0C8A88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E001B-F107-47D3-A8AB-22D8D219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NetFury / Benchmark 360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D2845-39E6-421F-990B-3084EDAD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Infraestructura de inteligencia competitiva para el mercado ISP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C6499-5CC6-41BE-9592-B950590B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Convertimos webs dispersas en datos comparables para pricing, benchmarking y respuesta comercial en menos de 24 horas.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959F7-AB30-4587-BB67-822F66F4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257300"/>
            <a:ext cx="38290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A097F-3BDA-4CCE-8344-509E6C6C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62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Senales ya visibles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118D3-21D7-47B0-B738-DAB81402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00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4"/>
                </a:solidFill>
              </a:defRPr>
            </a:pPr>
            <a:r>
              <a:rPr sz="1800" b="1">
                <a:solidFill>
                  <a:srgbClr val="101214"/>
                </a:solidFill>
              </a:rPr>
              <a:t>8 ISPs objetivo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2838C-9DEE-4706-978A-14B0E766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574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4"/>
                </a:solidFill>
              </a:defRPr>
            </a:pPr>
            <a:r>
              <a:rPr sz="1800" b="1">
                <a:solidFill>
                  <a:srgbClr val="101214"/>
                </a:solidFill>
              </a:rPr>
              <a:t>30+ campos normalizados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25D85-528A-4185-9B76-197784F4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146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4"/>
                </a:solidFill>
              </a:defRPr>
            </a:pPr>
            <a:r>
              <a:rPr sz="1800" b="1">
                <a:solidFill>
                  <a:srgbClr val="101214"/>
                </a:solidFill>
              </a:rPr>
              <a:t>Parquet listo para comparar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E4E25-E11A-424A-830F-B5671751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67100"/>
            <a:ext cx="3028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Backend funcional, benchmarking real y base lista para demo competitiva.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6941C-79B0-4C02-83D8-BA318012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CDE74-8FC0-47E9-862B-9FED5038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De scraping a sensor competitivo en tiempo casi real.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34C4E-5D6C-445B-9E82-E8986406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NetFury / Benchmark 360</a:t>
            </a:r>
          </a:p>
        </p:txBody>
      </p:sp>
    </p:spTree>
    <p:extLst>
      <p:ext uri="{BB962C8B-B14F-4D97-AF65-F5344CB8AC3E}">
        <p14:creationId xmlns:p14="http://schemas.microsoft.com/office/powerpoint/2010/main" val="1039686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19718D-B74A-4C04-9DD7-B2C14912C6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E767C-D029-4CDA-8079-3BC27B9D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9105A-7F6A-40D1-83A3-08BF8772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7B27F-6A49-49D5-BD7F-E886A180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9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46D10-A7E3-4528-9CA9-21845385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514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206DA-E78F-4197-9743-5BB7F11B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3053C-55FF-4CE9-856D-B65D614B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33EB9-3A51-4309-963D-D82D49E0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PROBLEMA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8CB5C-0350-4EA7-B5A8-9737DD7E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C0132-8125-475B-A7C2-8FBDE452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75F20-C849-49B6-8921-989476D1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08680-3353-401F-A031-F2751B3B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La informacion existe, pero no sirve para decidir rapido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F4F6A-6B57-4A41-B7AC-739C6520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Los equipos comerciales y de producto ven precios, promos y bundles en formatos distintos, cambiantes y poco comparables.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9C707-9BFC-41FF-91F0-FE1529B9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6EEA9-7115-47B4-B996-7174320E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61A0D-1E2A-450B-A4AC-89471E8F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26C14-DEC3-4069-92FA-572C9974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B7A7A-4286-44AF-BDA2-366ACF66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9719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257C9-F9D0-4832-ACBF-2AEFBAE3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C8AF34-45FE-4122-95EF-B77F92EE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528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Fragmentada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C233F-C2D6-4EAB-9D10-7E2E2C1A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Cada ISP publica planes,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descuentos y beneficios en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estructuras distintas: HTML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dinamico, imagenes, sliders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y textos no normalizados.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B11A0-F3DB-4E45-9439-F116B437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5433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E8B663-53F4-40B6-B16E-9AB79555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5433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0E2900-6D53-4B1F-9E35-949F6255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771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0E6FA1-DED6-44A3-94D0-C04C7749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D45B30-7615-4A49-ABF6-82C49AA8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15CB75-22C1-4C35-B382-924D82CA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0100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7CA280-F281-40C8-A388-6733781F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7528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Volatil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AAA07D-7CBE-4CF6-B061-A22E07CB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3624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Las promociones cambian mas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rapido que los ciclos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manuales de monitoreo,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dejando decisiones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comerciales desfasadas.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D33E0C-B226-467B-8EEE-B56AD6EC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5433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2199B5-CE46-4D55-BFDB-5938F15C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5433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B173D6-5248-4166-A97E-9625C83E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771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7CC44C-2609-4AD1-8501-4E80EC4A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9147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CB279B-E3C8-403E-9E5F-B2FE9BBC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005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09CFEC-7892-4C4E-A8B2-B25D7B92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0862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CFE15A-0203-42BD-92BD-5208479D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7528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Inutilizable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379E7C-5279-4F09-BBCA-A8F7E55A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624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Sin una estructura comun no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hay forma confiable de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comparar precio, velocidad,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bundles y valor percibido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entre proveedores.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43C2F7-6433-43FD-BF15-12CC07A4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NetFury / Benchmark 360</a:t>
            </a:r>
          </a:p>
        </p:txBody>
      </p:sp>
    </p:spTree>
    <p:extLst>
      <p:ext uri="{BB962C8B-B14F-4D97-AF65-F5344CB8AC3E}">
        <p14:creationId xmlns:p14="http://schemas.microsoft.com/office/powerpoint/2010/main" val="3792712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19718D-B74A-4C04-9DD7-B2C14912C6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1D736-E4DD-4EF7-87B5-8BDDDC2E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3368D-CE71-42EA-B976-91F0A4E9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CC693-A75B-4AD8-889D-89B62851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9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F9849-1876-4E9B-AD57-F240DA7C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514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080F3-0090-45E7-8F60-AD682345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7A8DC-9B3F-45B0-8F3E-17FEF20E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53DCC-C08B-4B5C-B3A3-E5D90F54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SOLUCION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1880A-C184-4ED7-9581-D8239A4D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EE0C1-B76C-426F-A6B0-A83BDDBB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C8D10-9E45-46BE-9D9F-9D669D76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06EAB-09E9-4246-8C43-217FA103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NetFury convierte sitios complejos en un benchmark utilizable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B131A-94BC-4C5E-960B-9D3EFEF8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Un pipeline modular combina captura, extraccion multiestrategia, validacion y exportacion lista para analisis.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F02CE-0636-415B-AADA-637404C5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3E70B-CAA9-4EBC-99FF-920CCFE2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70825-14B5-4145-B6C4-2639AAD0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52AA0E-AC2D-4310-8FCA-6E84EC14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78444-E80D-4BE1-BA7A-C2947E99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9719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F6A96-AF58-4F99-B0E2-E2DD81AA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B49FF3-158A-49A0-8FF9-38EB55E4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528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Captura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0D1DB8-8E55-4AA0-AF24-A7665554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Spider generico con HTML 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screenshots para 8 ISPs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objetivo, incluyendo paginas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con contenido renderizado o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visual.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D4B46E-58B3-4EBE-8E56-C19A1E7E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5433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9FE90-E647-4B36-8688-0BBA8565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5433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217F1F-A729-44EE-B60B-60F9ED39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771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F64940-2FD5-4AC0-A08B-0F7B4F60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3C379D-48AA-493A-B8C4-71888FDF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18C09-AE08-4375-8FC1-3A59768F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0100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FCD815-8BFF-4BD5-9ED3-98DF85C3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7528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Extraccion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19183B-7128-4F8F-A52C-DE17CDCC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3624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HTML renderizado, OCR y LLM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vision trabajan segun el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tipo de pagina para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maximizar cobertura sin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depender de una sola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tecnica.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40E0D6-4261-4C80-9542-5E7AAADF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5433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E4AD20-5586-41A4-8879-DD1F916C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5433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AF4C47-8686-4385-8092-2434470D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771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C37A05-8F37-43C1-9A2C-8112599E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9147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6CD8E4-5510-4A57-9E9D-5F5A23DE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005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227EEE-5AC4-48F7-8B56-D9193BF1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0862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7D3B93-3B04-4F9E-8E31-6CF9C62B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7528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Contrato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C6439E-3DDC-4BAF-AF5B-56994C8D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624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Un esquema Pydantic de 30+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campos normaliza precios,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velocidades, descuentos 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servicios adicionales para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exportar parquet, csv 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json.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B057F7-10C1-4492-8E57-591C6018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NetFury / Benchmark 360</a:t>
            </a:r>
          </a:p>
        </p:txBody>
      </p:sp>
    </p:spTree>
    <p:extLst>
      <p:ext uri="{BB962C8B-B14F-4D97-AF65-F5344CB8AC3E}">
        <p14:creationId xmlns:p14="http://schemas.microsoft.com/office/powerpoint/2010/main" val="4027339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19718D-B74A-4C04-9DD7-B2C14912C6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70FEF-42FF-490C-A4D3-816741CB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78AFF-D9FB-4347-9E8D-5FF1329F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F369A-D9F1-44E1-8522-A36834AF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9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0F8A9-3010-42B3-88AE-9B21CEFB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514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C1EE4-710B-42E6-B78C-DB2C762B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57BA8-36C4-4E4C-BBD4-1D39064B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6EB24-045E-40D9-94A1-B4A47DAD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EVIDENCIA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1A2E2-F9AB-4A2F-B76A-8FE3CC32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00C0A-3059-45DF-B43D-5837836C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1980A-82F6-4C8C-9442-9AC445FE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FD6FB-F947-45F7-9FFC-A2FB92F0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Ya funciona con datos reales y salida estructurada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B43A47-7B8A-4201-99F3-51FA92DB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La corrida mas reciente proceso 8 ISPs y ya produce comparativas accionables sobre planes reales extraidos del mercado.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D9393-CB1A-42C9-B4B6-98A98B8A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7E0E4A-0940-4F81-BF8F-5D2CCEF5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F81376-31FE-455B-B34A-4C62371A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10 planes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AACCCD-6939-462F-886D-1BA75884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Planes reales extraidos en la corrida actual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5A86E-E78D-4F76-9EE1-34A7128E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benchmark_summary.json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7124C5-462C-499E-947B-0E77E7EE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075589-7E84-4B60-BED6-54FE1EB1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35C74-B673-4CF4-9879-20D9F342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3 de 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5B7E3-201C-4C3E-BC73-BCA6BAF5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ISPs con datos comparables hoy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E66C4A-633D-4631-BF2F-E1FF1EB8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Netlife, Claro, Xtrim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B9AB80-0D94-4189-AFA9-1EC915C8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B97CE9-5847-49C9-B4B2-550D43C6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125D61-B4FB-480B-9853-2EE1E519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0.0315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0E023D-42B3-48D6-94A0-3D715D08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Mejor costo por Mbps observado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3CFE8E-DA71-4842-8DDD-5618D061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Netlife Plan 1000 Mbps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2DCDC0-E636-4DCA-AD9A-38B34614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NetFury / Benchmark 360</a:t>
            </a:r>
          </a:p>
        </p:txBody>
      </p:sp>
    </p:spTree>
    <p:extLst>
      <p:ext uri="{BB962C8B-B14F-4D97-AF65-F5344CB8AC3E}">
        <p14:creationId xmlns:p14="http://schemas.microsoft.com/office/powerpoint/2010/main" val="18100479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19718D-B74A-4C04-9DD7-B2C14912C6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4C044-0E91-40CB-B53C-B9653DDF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B0807-D2F8-45EC-9640-519A65A6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7D588-25FC-47C6-B2E4-6F358715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9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F58E6-6BE5-447F-B12C-E3366E71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514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C2A16-8C53-4578-81F8-B7C8867D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6BB76-5B41-4446-BDDA-29394212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0EFC6-FEB5-4C33-9AD2-C9508BA7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IMPACTO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03505-F911-4E22-9993-0F8C25C5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983A9-BB19-4381-B262-58AF35B5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02DD9-1CB6-4F9B-BDBC-241954C6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5219B-1989-4861-AA58-A1FE8D81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El valor no es scrapear: es acelerar decisiones competitivas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1BDE0-4E5E-4AEB-B6DE-F91E0FE6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Con la base ya operativa, el siguiente salto es consolidar cobertura y convertir el benchmark en una ventaja comercial recurrente.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8E0CD-1438-46A0-9F12-7D7B87D5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97F8D-AD01-453F-AED6-54DB10FF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53D99-BD30-42BA-94C5-F3E433EF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E8F4B-0B1C-4CF7-A509-E5632AF3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07493D-3219-4A4C-AA88-51314EB8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9719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D36EEC-35AE-4B0B-B4F5-EBAB7C75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F67724-AAC8-43D6-A7F2-71068801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528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Uso inmediato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BE8322-93EB-4FDE-8F74-30147F4A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Ranking por dolar por Mbps,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deteccion de promociones 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comparacion de bundles para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reaccion comercial mas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rapida.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9E884E-B2F1-452A-9DE7-81CEAB50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5433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FA457A-F5C8-4863-B0EE-AE2F6BF3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5433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809274-31C1-40DD-8937-FBE9726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771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B9D156-4341-4482-B001-D4F8C107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AD9AD3-E38B-45D7-B33A-095CE36E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FCC27A-9EEB-434D-8616-6A182AAD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0100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8BCBF5-518D-4A1D-BC83-2C5927DE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7528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Senal competitiva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456318-175C-42F2-8D95-CDCCFDDF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3624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En la corrida actual,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Netlife lidera el costo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promedio por Mbps extraido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con 0.0419 USD por Mbps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frente a Xtrim 0.0426 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Claro 0.0562.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04DE03-F1FE-4923-BAD2-C2A1935E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5433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5E57E1-C879-410B-BF25-D234AE06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5433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2BBBA0-FCD9-4815-9B3C-09FA81D6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771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97C419-4081-46BE-8383-1F128F43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9147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E22F2A-7EA0-4366-AC9C-412B5C46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005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C38060-520D-4103-94E7-FA04A0E3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0862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A4B7AE-62B1-4E74-A635-C7A234AE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7528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Siguiente paso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493C61-A288-49E5-B07F-D907D126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624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Cerrar cobertura en los 8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ISPs, robustecer ground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truth y empaquetar una demo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final lista para jurado,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ventas o inteligencia de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mercado.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E46EEE-99B6-4734-91D1-9EAD3096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NetFury / Benchmark 360</a:t>
            </a:r>
          </a:p>
        </p:txBody>
      </p:sp>
    </p:spTree>
    <p:extLst>
      <p:ext uri="{BB962C8B-B14F-4D97-AF65-F5344CB8AC3E}">
        <p14:creationId xmlns:p14="http://schemas.microsoft.com/office/powerpoint/2010/main" val="16075717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2026-04-19T02:13:38.4940000Z</dcterms:created>
  <dcterms:modified xsi:type="dcterms:W3CDTF">2026-04-19T02:13:38.4940000Z</dcterms:modified>
</coreProperties>
</file>