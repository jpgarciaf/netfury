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8473cc80648b4" /><Relationship Type="http://schemas.openxmlformats.org/officeDocument/2006/relationships/extended-properties" Target="/docProps/app.xml" Id="R5135921d5fe8483d" /><Relationship Type="http://schemas.openxmlformats.org/officeDocument/2006/relationships/officeDocument" Target="/ppt/presentation.xml" Id="R69ded3941332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70b6c8d7a4188"/>
  </p:sldMasterIdLst>
  <p:notesMasterIdLst>
    <p:notesMasterId xmlns:r="http://schemas.openxmlformats.org/officeDocument/2006/relationships" r:id="Rf970ecd14bfe4fde"/>
  </p:notesMasterIdLst>
  <p:sldIdLst>
    <p:sldId xmlns:r="http://schemas.openxmlformats.org/officeDocument/2006/relationships" id="256" r:id="R84f6899b5941456a"/>
    <p:sldId xmlns:r="http://schemas.openxmlformats.org/officeDocument/2006/relationships" id="257" r:id="Re47d6d5f09d143d0"/>
    <p:sldId xmlns:r="http://schemas.openxmlformats.org/officeDocument/2006/relationships" id="258" r:id="R70582f0ab3a6498f"/>
    <p:sldId xmlns:r="http://schemas.openxmlformats.org/officeDocument/2006/relationships" id="259" r:id="R3a4ea4eb1c764cce"/>
    <p:sldId xmlns:r="http://schemas.openxmlformats.org/officeDocument/2006/relationships" id="260" r:id="R4acae5a9133446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70b6c8d7a4188" /><Relationship Type="http://schemas.openxmlformats.org/officeDocument/2006/relationships/theme" Target="/ppt/theme/theme1.xml" Id="R6d0de740e9354668" /><Relationship Type="http://schemas.openxmlformats.org/officeDocument/2006/relationships/notesMaster" Target="/ppt/notesMasters/notesMaster1.xml" Id="Rf970ecd14bfe4fde" /><Relationship Type="http://schemas.openxmlformats.org/officeDocument/2006/relationships/presProps" Target="/ppt/presProps.xml" Id="R8144852154ba4f4d" /><Relationship Type="http://schemas.openxmlformats.org/officeDocument/2006/relationships/viewProps" Target="/ppt/viewProps.xml" Id="R80484e34cacc47d3" /><Relationship Type="http://schemas.openxmlformats.org/officeDocument/2006/relationships/tableStyles" Target="/ppt/tableStyles.xml" Id="R58f7901461154ce5" /><Relationship Type="http://schemas.openxmlformats.org/officeDocument/2006/relationships/slide" Target="/ppt/slides/slide1.xml" Id="R84f6899b5941456a" /><Relationship Type="http://schemas.openxmlformats.org/officeDocument/2006/relationships/slide" Target="/ppt/slides/slide2.xml" Id="Re47d6d5f09d143d0" /><Relationship Type="http://schemas.openxmlformats.org/officeDocument/2006/relationships/slide" Target="/ppt/slides/slide3.xml" Id="R70582f0ab3a6498f" /><Relationship Type="http://schemas.openxmlformats.org/officeDocument/2006/relationships/slide" Target="/ppt/slides/slide4.xml" Id="R3a4ea4eb1c764cce" /><Relationship Type="http://schemas.openxmlformats.org/officeDocument/2006/relationships/slide" Target="/ppt/slides/slide5.xml" Id="R4acae5a91334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10f0fb159a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5027bcc7d4a84" /><Relationship Type="http://schemas.openxmlformats.org/officeDocument/2006/relationships/notesMaster" Target="/ppt/notesMasters/notesMaster1.xml" Id="R9928ca5a049b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047cff9d64a80" /><Relationship Type="http://schemas.openxmlformats.org/officeDocument/2006/relationships/notesMaster" Target="/ppt/notesMasters/notesMaster1.xml" Id="R7b629ca92af14c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843e4224940f7" /><Relationship Type="http://schemas.openxmlformats.org/officeDocument/2006/relationships/notesMaster" Target="/ppt/notesMasters/notesMaster1.xml" Id="R9728ffd3e937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1f59a0aa749f7" /><Relationship Type="http://schemas.openxmlformats.org/officeDocument/2006/relationships/notesMaster" Target="/ppt/notesMasters/notesMaster1.xml" Id="R1a571ad2a27b47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c2a869a383471b" /><Relationship Type="http://schemas.openxmlformats.org/officeDocument/2006/relationships/notesMaster" Target="/ppt/notesMasters/notesMaster1.xml" Id="R1d25fac4d2a444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problema de negocio: hoy los datos existen pero no llegan listos para decidir. NetFury cambia 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dolor operacional: el problema no es falta de informacion, sino incapacidad para convertirla en decisiones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la ventaja no es un parser aislado, sino una arquitectura que resiste formatos distintos y produce datos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esto ya no es promesa tecnica: hay datos reales, parquet generado y senales competitivas calculables hoy.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negocio: el sistema ya existe; ahora se convierte en evidencia continua para decidir precios, respuesta competitiva y posicionamiento.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NetFury processed outputs: data/processed/benchmark_summary.json and data/processed/benchmark_industria.csv (snapshot 2026-04-18).</a:t>
            </a:r>
          </a:p>
          <a:p xmlns:a="http://schemas.openxmlformats.org/drawingml/2006/main">
            <a:r>
              <a:t>- NetFury project architecture: main.py, pipeline/, extractors/, schemas/, and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1b787716248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8A01068-E343-46A1-A04A-0AB48EFEE9A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1FF2AF-ACDB-44DB-974A-6FE8198FD9B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54A84E-93C9-4574-98DD-FF4D3E270F1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D9C3E6-F311-436B-895F-80D731D7324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7375c3b68c462a" /><Relationship Type="http://schemas.openxmlformats.org/officeDocument/2006/relationships/slideLayout" Target="/ppt/slideLayouts/slideLayout2.xml" Id="Rb87469da0a57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649F89-C340-46D3-BC95-C8DB8B7D6C0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469da0a57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426f28fa74f75" /><Relationship Type="http://schemas.openxmlformats.org/officeDocument/2006/relationships/notesSlide" Target="/ppt/notesSlides/notesSlide1.xml" Id="Rc9cf2177830e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1735548ec44a8d" /><Relationship Type="http://schemas.openxmlformats.org/officeDocument/2006/relationships/notesSlide" Target="/ppt/notesSlides/notesSlide2.xml" Id="Rd3ef63710b7b42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5e7dea6dca42ad" /><Relationship Type="http://schemas.openxmlformats.org/officeDocument/2006/relationships/notesSlide" Target="/ppt/notesSlides/notesSlide3.xml" Id="Rfba52c3d8d5e4a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0d024f1f14227" /><Relationship Type="http://schemas.openxmlformats.org/officeDocument/2006/relationships/notesSlide" Target="/ppt/notesSlides/notesSlide4.xml" Id="Rd7409f6b26ce40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86d7f540d47e3" /><Relationship Type="http://schemas.openxmlformats.org/officeDocument/2006/relationships/notesSlide" Target="/ppt/notesSlides/notesSlide5.xml" Id="R97f86caca302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AD7CF-9326-4E69-9F4D-69B5D6B9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C96E-3D4A-44CD-9C6B-8E70C5BC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192A4-9388-41C5-B88D-D3A3D2D1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64661-7012-4EE2-BD4D-13E3BF8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5E2F8-506B-46A9-AD25-DD42F891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BAB57-D536-4C3E-98EE-40589C1E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BE11-9BA6-46A8-BDB0-A23C1E9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787A3-8E7A-49B8-997D-7D839339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NetFury / Benchmark 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46885-4008-4E58-8079-76739A8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Infraestructura de inteligencia competitiva para el mercado ISP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2AC52-AB78-4241-8BD2-F721AE26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Convertimos el mercado ISP en un sistema observable en tiempo casi real para pricing, benchmarking y respuesta comercial.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350AB-CD5C-49B1-B8A4-7DEA20B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38290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4E69C-019D-41E0-8437-CABBF7D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62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Senales ya visibles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2F89A-517E-4C49-B2F9-4DFAB8F1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8 ISPs objetivo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964A2-25CB-4B4B-93E0-37528CB4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30+ campos normalizados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3887C-C190-4C75-8B4D-88A6D413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4"/>
                </a:solidFill>
              </a:defRPr>
            </a:pPr>
            <a:r>
              <a:rPr sz="1800" b="1">
                <a:solidFill>
                  <a:srgbClr val="101214"/>
                </a:solidFill>
              </a:rPr>
              <a:t>Parquet listo para comparar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F63D3-C82F-4774-97A0-094F1AE9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A"/>
                </a:solidFill>
              </a:defRPr>
            </a:pPr>
            <a:r>
              <a:rPr sz="1275" b="0">
                <a:solidFill>
                  <a:srgbClr val="30363A"/>
                </a:solidFill>
              </a:rPr>
              <a:t>Backend funcional, benchmarking real y base lista para demo competitiva.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CDC95-4E2F-482A-A66C-76301F9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CFE28-6189-4F23-ACB9-AC14C94B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De scraping a sensor competitivo en tiempo casi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471BE-BDF6-4E53-B871-F835962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363990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8CB9A-86AF-464C-B0B5-2286A332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206B8-977A-46F3-BE46-DEF95437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5A1E6-FA98-40A8-8547-18861789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9B2F-D8E2-49B9-8C15-5EB1F97F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DCBA0-06B8-4F66-B115-84BF2F90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E31EB-D081-4B35-909C-35C509E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F53C3-2EFC-4222-ADB1-2BE1404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28446-5538-4791-8696-0B48053E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1D1DE-53D1-40A0-B2D4-36D205F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7DABA-8CEE-4E26-B9D7-55E04380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5CF7F-22A7-464D-A7DE-B849C879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La informacion existe, pero no sirve para decidir rapido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BD747-6810-46B9-973E-11F7A93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Los equipos comerciales y de producto ven precios, promos y bundles en formatos distintos, cambiantes y poco comparables.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7AD30-9A60-49EB-9F5C-EBAAA6F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3340B-1D5D-4F7D-B03D-4A92AAFE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2D33E-12B5-42EA-8889-E428CE89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BE1A4-C493-410D-806F-860E25A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DD674-77D4-46B5-A462-C7D0968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EFD93-D198-49B3-98BD-185DC2F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C94AE-B414-48FA-A645-E5763EA0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Fragmentada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C5E5F-39DD-490C-B5BD-5BAED71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Cada ISP publica planes,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descuentos y beneficios en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estructuras distintas: HTML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dinamico, imagenes, sliders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y textos no normalizados.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95FFD-F0D5-4A62-A520-560CAF48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A3C68-5F5D-4095-B54B-F646B7A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EF59D-2D09-4195-88A1-14DAB3B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A726E-97B7-4382-894B-2FA1930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60432-8726-4BAC-A793-D0D4308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B515D-C7E4-4ABD-8A6C-B9BD2C35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2DD68-73BF-4197-889B-C2C64BF6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Volatil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A5571-270E-4D33-97E0-71F398F5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Las promociones cambian mas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rapido que los ciclos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manuales de monitoreo,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dejando decisiones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comerciales desfasadas.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2FE84-DFDC-4C46-AB86-B61E981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D1FFA-D65E-4BB1-86D1-C368EEF3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FFFF18-BC67-444E-ACDD-4A346F5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B1F52-6766-4200-B76E-255E593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D975C-CC3A-42CA-9DCE-FE98B98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3B5E97-668E-4C5B-8C61-576A381E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7B49BC-6DC6-465E-B318-E5F39B0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Inutilizable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834EF7-E384-4C06-B1D2-4BD05F45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Sin una estructura comun no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hay forma confiable 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comparar precio, velocidad,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bundles y valor percibido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entre proveedores.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312598-F7A6-4639-84BF-05900EA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32594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8FCBE-9559-4506-AFD3-EB3249B6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97368-8F15-4830-B7F2-2B7C663B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1493F-34E6-444E-B458-8A006F0B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554BD-C14D-4805-B1AB-751C0E9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64CE6-88D8-4EFD-90E5-D93D5D6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0BF49-0AB3-4F9A-B25A-FF148E1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BB18A-E6E6-4C5D-BB6E-99E00A6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SOLUCION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F9B85-1D26-4A31-A54B-0552003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7D614-7131-4B85-9D88-6F05DA1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1861D-9CA4-4B8D-B1EF-3E928AB1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C57AB-8506-42D1-9245-030181CA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NetFury convierte sitios complejos en un benchmark utilizable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F59B0-46CE-4EF2-A348-EF964B2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Un pipeline modular combina captura, extraccion multiestrategia, validacion y exportacion lista para analisis.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99D13-FE47-45A1-AF72-665F930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F1529-8A27-45E9-A659-A267999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A0048-1813-4199-842E-E2F8273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0FCC4-3278-47D9-B935-09FA743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7A0AA-59E4-4C54-9A4E-4304AF1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BDE9A-6A04-4BBA-BD93-2B2CD47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234AC-DE22-48DC-9565-9CCF1AE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Captura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13F32-B4E0-41C8-BF24-BFB9CC8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Spider generico con HTML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screenshots para 8 ISPs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objetivo, incluyendo paginas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 contenido renderizado 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visual.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85CE1-2A47-4334-977C-345D4E0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9FFC7-1DE7-4F90-B7D0-94BD2D4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0D2C0-49A1-405D-9541-2F218F0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D31B8-8737-4EC1-8B7E-DA321961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783D4-21C8-4C5C-80AA-2F5966D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1DFA9-679B-43C2-93D0-A977E4B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51862-4B1A-4116-94E4-DCFD6C61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Extraccion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7D606-E9F6-46BF-A96C-C5226E2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HTML renderizado, OCR y LLM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vision trabajan segun el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tipo de pagina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maximizar cobertura sin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depender de una sola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tecnica.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A83F6-86A6-4ACF-ABD4-7CB1BCF1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F6856-0884-4D3C-AFA5-07B7794C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713E28-327A-4AE0-8699-A89B4C12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CDD225-AD1E-4CC4-B945-7F0B5B8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04A77-B990-4A18-B807-2D70DD39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FA48B7-9717-417C-8263-42181330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905543-187C-402D-8B20-076CD45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Contrato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486CA-A169-472A-91A0-9C94D8F3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Un esquema Pydantic de 30+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campos normaliza precios,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velocidades, descuentos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servicios adicionales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exportar parquet, csv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json.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DBEBA8-94CE-43A4-86F2-76EA5858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58838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35DE2-42A4-49DA-A91B-7FF3DCD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897EC-F958-4015-8503-7018168F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2866C-B2A1-4A26-AAF4-7EC90B1C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4212D-C96F-4DA9-A92F-78DB14C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7BD36-D718-464B-A466-1EA8B3F0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2BF46-9614-45BF-A140-C95A22E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7DA3F-B77C-4016-B475-A7AAED54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8CE5E-0148-48DA-9A75-48C1A05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E23C2-45DF-48C6-B804-68669B6B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62E04-4572-4425-A8C2-5F479A8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EFD85-42EF-47EE-9C73-38E3152C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Ya funciona con datos reales y salida estructurada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32BE7-1C27-42E5-97B1-C02FC60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Esto no es un demo: es una corrida real con datos extraidos hoy del mercado y convertidos en comparativas accionables.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49211-B619-48AE-851E-28D5690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02EC0-2FD3-4B6E-8622-FE665BB9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544DF-0136-4FE9-ACD4-2A1E3939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 planes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09B68-BA9C-424E-8E26-232011D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Planes reales extraidos en la corrida 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2EE28-0ADC-484C-9333-3D19287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benchmark_summary.json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BC7D3-FD2D-4D2B-B360-017979C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A9A74-FAC2-4265-9C06-0EF6FBFE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7E3DE-B642-4E65-AB5D-5A462F05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 de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BF8F4-C6F9-4A0D-8D74-3606BCA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ISPs con datos comparables hoy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B22B-C35C-4C4E-AA15-6ADE5BD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Netlife, Claro, Xtrim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08678-8A26-4484-8C85-C07C9DE5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8EBE4-F33D-45AA-A422-677AB2A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E814B-6E1F-436C-AC45-63CCBE7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0.0315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9A33A-D0EA-4548-B66C-C3678FE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Mejor costo por Mbps observado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0DF41-9B71-4C4F-96D4-F286464B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Netlife Plan 1000 Mbps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0E8AB-2092-47C2-BE6F-B6469E04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2047729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48D3BA-26BB-4A23-9CB4-0FB4A3D5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3DB1B-0650-4142-92C2-4486BBC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4827-4CEB-47D2-A575-F8CD7204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0BBBB-DA42-4307-8B8D-52105480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95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9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B2D42-DCFF-44FB-BE2A-431EB70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2514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3A205-2399-4467-9881-98F21D2A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A844E-D971-4E28-A0D5-B2180484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12B24-3210-410E-98C2-E45BD8FF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945CF-F170-41FB-BE9D-CD86138A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CAC3C-445D-4C9B-ADA0-C2C53C6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B776E-5BEF-45B4-8F8E-C151BED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5A211-C8C6-4635-B166-1BDCCD02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El valor no es scrapear: es acelerar decisiones competitivas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B75C0-A153-4DBB-8AF9-A01F15D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Hoy NetFury ya no es un prototipo. Es el primer paso para que el mercado ISP deje de ser incierto y se vuelva medible.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464A3-66E9-482F-B67E-A737889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7D669-ADE8-4D76-BC39-FB23C78F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38A9B-6178-4372-9189-A21D59D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24486-90A1-453E-A801-8FFCE13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E594F-D990-4704-A15A-A8692506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719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8CA6D-A0F6-43AB-801F-9D389CB6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EDDE6-883D-496F-B9F9-6DDBA3A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Uso inmediato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9939F-439C-434A-B7CD-6718CFB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Ranking por dolar por Mbps,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deteccion de promociones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comparacion de bundles para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reaccion comercial mas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rapida.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A4399-9FD7-48CD-80AE-AA93FB1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82816-ED37-4ADB-BDD4-A78AEAA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543CC-2654-42E4-B8EC-EA5477E8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20061-12B4-42B2-94E6-E775BC5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7D873-9B0B-4F16-AAB7-DC59C81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A443A-D3CB-4F84-BA01-2A3C19B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0100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D6561-1407-4446-AC52-251748ED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Senal competitiva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DB5AA-4BE6-4BBE-A17E-28E2DAA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En la corrida actual,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Netlife lidera el costo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promedio por Mbps extraido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con 0.0419 USD por Mbps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frente a Xtrim 0.0426 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Claro 0.0562.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C66EC9-15FF-4215-B94F-C619C54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3384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6D0DB-17D1-45DF-9CD5-938EB779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54330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AE1C44-5903-470A-8C7A-1DA17485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71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777AD-5DFD-4D74-B73C-0145CF1C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9147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9341D-2051-470B-B5B0-699F8C5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005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88299-7F82-457D-9FAD-6000B0F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0862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5F6555-8DB0-4E5A-BC47-E88F8C7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528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Siguiente paso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93BE2C-B35D-4B1B-AEC6-25E9C54E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62450"/>
            <a:ext cx="292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Cerrar cobertura en los 8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ISPs, robustecer ground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truth y empaquetar una demo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final lista para jurado,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ventas o inteligencia de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mercado.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5C387-8C9A-4DEA-B24C-8C8A96E6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NetFury / Benchmark 360</a:t>
            </a:r>
          </a:p>
        </p:txBody>
      </p:sp>
    </p:spTree>
    <p:extLst>
      <p:ext uri="{BB962C8B-B14F-4D97-AF65-F5344CB8AC3E}">
        <p14:creationId xmlns:p14="http://schemas.microsoft.com/office/powerpoint/2010/main" val="1935226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2026-04-19T02:21:10.6080000Z</dcterms:created>
  <dcterms:modified xsi:type="dcterms:W3CDTF">2026-04-19T02:21:10.6080000Z</dcterms:modified>
</coreProperties>
</file>